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このビデオでは、板金見積システムの基本的な使い方を4分でご説明します。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図面をアップロードするだけで、AIが自動的に材質・サイズを読み取り、見積金額を計算します。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まず図面をドラッグ＆ドロップします。AIが図面を解析し、各項目を自動で入力します。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AIが読み取った値を確認します。黄色くハイライトされている項目がAIが推定した箇所です。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加工工程を選択します。各工程の単価はマスタで自由に変更できます。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粗利率をスライダーで調整して、Excel出力ボタンを押すと見積書がダウンロードされます。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複数の部品をまとめて見積もることもできます。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上部の履歴タブから過去の見積を呼び出せます。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材料単価や加工単価が変わった場合は、マスタタブから変更できます。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以上が基本的な操作の流れです。トライアル期間中、存分にお試しください。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板金見積システム 操作ガイド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FD8"/>
                </a:solidFill>
              </a:rPr>
              <a:t>〜図面をアップするだけで見積が完成〜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操作はたった4ステップ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Step 1　図面アップロード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Step 2　仕様確認・修正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Step 3　加工工程の選択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Step 4　金額確認・Excel出力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Step 1　図面アップロード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PDF・画像・DXFに対応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図面をドラッグ＆ドロップするだけ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AIが図番・部品名・材質・板厚・製品サイズを自動読み取り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手動入力も可能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Step 2　仕様確認・修正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黄色ハイライト＝AI推定箇所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材質・板厚・素材サイズ・製品サイズを確認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間違いがあればその場で修正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数量もここで設定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Step 3　加工工程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必要な工程にチェックを入れる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レーザー切断・バリ取りは通常ON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曲げ加工・タップ加工は数量を入力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単価はマスタで自由に変更可能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Step 4　金額確認・出力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粗利調整 → 作成者選択 → Excel出力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粗利率スライダーでリアルタイム金額調整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Excel出力と同時に自動保存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PDF出力も可能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複数部品をまとめて見積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「＋行を追加」で1枚にまとめられる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部品ごとに入力 → 「行を追加」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全部品を入力したらまとめてExcel出力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合計金額も自動計算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見積履歴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いつでも呼び出し・再利用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「履歴」タブから過去の見積を表示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編集・複製・削除が可能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同じ部品の再見積もりに便利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196F3"/>
                </a:solidFill>
              </a:rPr>
              <a:t>マスタ設定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</a:rPr>
              <a:t>材料単価・加工単価を管理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「マスタ」タブから変更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変更は即座に全見積に反映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</a:rPr>
              <a:t>► 作成者マスタも管理可能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図面をアップするだけで自動見積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複数部品をまとめて1枚の見積書に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Excel・PDFで即出力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見積履歴をいつでも呼び出し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