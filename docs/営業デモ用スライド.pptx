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板金の見積もり、1件あたり何分かかっていますか？熟練者でも15〜30分かかります。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板金業の見積は属人化しがちです。こうした課題を抱える会社様は多いのではないでしょうか。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板金見積システムは、図面をアップロードするだけで自動的に見積を作成します。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実際に見てみましょう。図面をドラッグ＆ドロップすると数秒でAIが解析します。この操作、約1分です。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見積時間が20分から1分に短縮。担当者に関わらず均一な品質の見積が作れます。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まずは14日間、無料でお試しいただけます。設定はこちらで行いますので、今日から始められます。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ご興味をお持ちの方は、ぜひ無料トライアルをお試しください。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20040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D600"/>
                </a:solidFill>
              </a:rPr>
              <a:t>板金見積、
今まで何分かかっていましたか？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20040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5722"/>
                </a:solidFill>
              </a:rPr>
              <a:t>こんなお悩みはありませんか？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FFFFFF"/>
                </a:solidFill>
              </a:rPr>
              <a:t>😓　見積に時間がかかりすぎる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334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FFFFFF"/>
                </a:solidFill>
              </a:rPr>
              <a:t>😓　担当者によって金額がバラつく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46704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FFFFFF"/>
                </a:solidFill>
              </a:rPr>
              <a:t>😓　急ぎの見積に対応できない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59936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FFFFFF"/>
                </a:solidFill>
              </a:rPr>
              <a:t>😓　ベテランが辞めたら見積が止まる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20040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D600"/>
                </a:solidFill>
              </a:rPr>
              <a:t>図面をアップするだけで
見積が完成します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737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AAAAA"/>
                </a:solidFill>
              </a:rPr>
              <a:t>AIが材料費・加工費を自動計算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20040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BFD8"/>
                </a:solidFill>
              </a:rPr>
              <a:t>▶ デモ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737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AAAAA"/>
                </a:solidFill>
              </a:rPr>
              <a:t>実際の操作をご覧ください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FFFFFF"/>
                </a:solidFill>
              </a:rPr>
              <a:t>① 図面（PDF）をドロップ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9923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FFFFFF"/>
                </a:solidFill>
              </a:rPr>
              <a:t>② AIが材質・サイズを自動読み取り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12464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FFFFFF"/>
                </a:solidFill>
              </a:rPr>
              <a:t>③ 加工工程を確認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25696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FFFFFF"/>
                </a:solidFill>
              </a:rPr>
              <a:t>④ Excelで見積書が完成　→　約1分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20040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D47A1"/>
                </a:solidFill>
              </a:rPr>
              <a:t>導入前 → 導入後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222222"/>
                </a:solidFill>
              </a:rPr>
              <a:t>見積時間：20分　→　1分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334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222222"/>
                </a:solidFill>
              </a:rPr>
              <a:t>必要スキル：熟練者のみ　→　誰でも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46704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222222"/>
                </a:solidFill>
              </a:rPr>
              <a:t>金額のブレ：あり　→　なし（単価マスタで統一）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59936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222222"/>
                </a:solidFill>
              </a:rPr>
              <a:t>履歴管理：紙・Excel　→　クラウドで自動保存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20040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43A047"/>
                </a:solidFill>
              </a:rPr>
              <a:t>まずは14日間、無料でお試しください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222222"/>
                </a:solidFill>
              </a:rPr>
              <a:t>✅　初期費用：なし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334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222222"/>
                </a:solidFill>
              </a:rPr>
              <a:t>✅　インストール不要（ブラウザで使用）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46704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222222"/>
                </a:solidFill>
              </a:rPr>
              <a:t>✅　専用URLを発行してすぐ使える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59936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222222"/>
                </a:solidFill>
              </a:rPr>
              <a:t>✅　設定はすべてこちらで対応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20040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D600"/>
                </a:solidFill>
              </a:rPr>
              <a:t>お問い合わせ・お申し込み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737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AAAAA"/>
                </a:solidFill>
              </a:rPr>
              <a:t>無料トライアルはこちらから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9923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FFFFFF"/>
                </a:solidFill>
              </a:rPr>
              <a:t>　　連絡先：（ここに記入）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12464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FFFFFF"/>
                </a:solidFill>
              </a:rPr>
              <a:t>　　メール：（ここに記入）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